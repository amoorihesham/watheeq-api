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60F5DE-DC81-46F3-BF41-20EDDAF6A4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C4E4277-7DA2-4DCC-A36B-D121CE328F2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Contract review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